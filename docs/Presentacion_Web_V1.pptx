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F"/>
          </a:solidFill>
          <a:ln>
            <a:solidFill>
              <a:srgbClr val="090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2217"/>
          </a:solidFill>
          <a:ln>
            <a:solidFill>
              <a:srgbClr val="F422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qnnc-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0" y="1097280"/>
            <a:ext cx="8412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2"/>
                </a:solidFill>
              </a:defRPr>
            </a:pPr>
            <a:r>
              <a:t>PRESENTACIÓN EJECUTIVA DE DESARROLLO WEB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Plataforma Institucional Oficial: Que No Nos Callen (QNNC)</a:t>
            </a:r>
          </a:p>
          <a:p>
            <a:pPr>
              <a:defRPr sz="1600" i="1">
                <a:solidFill>
                  <a:srgbClr val="F42217"/>
                </a:solidFill>
              </a:defRPr>
            </a:pPr>
            <a:r>
              <a:t>"En una sociedad libre, las ideas se desafían con ideas, no con censura."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Audiencia: Comité Directivo y Portavoces Institucionales | Versión: 1.0.0 | Fecha: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DIAGNÓSTICO Y ANTECEDENTES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1. Situación Inicial de la Organización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Insumos Fragmentados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Archivos Word dispersos con declaraciones institucionales.</a:t>
            </a:r>
            <a:br/>
            <a:r>
              <a:t>• Textos en prosa pensados para comunicados o prensa, sin adaptación a jerarquía web.</a:t>
            </a:r>
            <a:br/>
            <a:r>
              <a:t>• Sin presencia digital oficial previa ni portal centralizado.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Proceso de Rebranding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Brand Book recién definido en PDF de 23 láminas.</a:t>
            </a:r>
            <a:br/>
            <a:r>
              <a:t>• Logotipo en PNG con fondo blanco sólido que requería adaptación para formatos web transparentes y oscuros.</a:t>
            </a:r>
            <a:br/>
            <a:r>
              <a:t>• Necesidad de plasmar la nueva identidad en un entorno interactivo.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Archivo Fotográfico Crudo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35 fotografías crudas en alta resolución (+35 MB en total).</a:t>
            </a:r>
            <a:br/>
            <a:r>
              <a:t>• Fotos tomadas en el Congreso, auditorios y medios de prensa sin curaduría ni optimización.</a:t>
            </a:r>
            <a:br/>
            <a:r>
              <a:t>• Fotos de hasta 12,000px y problemas de orientación EXIF por resolver.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ESTRATEGIA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2. Objetivo Estratégico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2C92"/>
                </a:solidFill>
              </a:defRPr>
            </a:pPr>
            <a:r>
              <a:t>1. Legitimidad y Credibilidad Institucional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Presentar a QNNC como una plataforma cívica sólida, respaldada por juristas de clase mundial (ADF International y Dr. Juan José Uchuya) y con logros legislativos reales en el Perú.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2C92"/>
                </a:solidFill>
              </a:defRPr>
            </a:pPr>
            <a:r>
              <a:t>2. Transparencia y Verdad de los Hechos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Contar con precisión documental el caso del Aeropuerto Jorge Chávez, el fallo fiscal que archivó la denuncia por ejercicio legítimo de la libertad de expresión y la posterior ley del Congreso.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2C92"/>
                </a:solidFill>
              </a:defRPr>
            </a:pPr>
            <a:r>
              <a:t>3. Experiencia de Usuario de Primer Nivel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Inspirarse en las mejores prácticas de diseño de Una Voz Diferente: diseño limpio, microinteracciones, tipografía moderna, navegación fluida y total adaptabilidad a celulares.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2C92"/>
                </a:solidFill>
              </a:defRPr>
            </a:pPr>
            <a:r>
              <a:t>4. Conversión y Participación Ciudadana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Facilitar la incorporación de nuevos voluntarios mediante botones de WhatsApp directo, formulario con validación en tiempo real y enlaces a canales oficiales de redes sociales.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ANÁLISIS COMPARATIVO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3. Benchmark de Referencia: 'Una Voz Diferente'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Patrones Extraídos de UVD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✔ Header fijo con efecto de scroll y logo destacado.</a:t>
            </a:r>
            <a:br/>
            <a:r>
              <a:t>✔ Hero visualmente potente con lema central y contadores cívicos.</a:t>
            </a:r>
            <a:br/>
            <a:r>
              <a:t>✔ Sección de Misión y Visión diferenciada visualmente por tarjetas.</a:t>
            </a:r>
            <a:br/>
            <a:r>
              <a:t>✔ Desglose modular de valores y líneas de acción en tarjetas limpias.</a:t>
            </a:r>
            <a:br/>
            <a:r>
              <a:t>✔ Galería multimedia con pestañas de filtrado.</a:t>
            </a:r>
            <a:br/>
            <a:r>
              <a:t>✔ Formulario accesible y footer institucional completo con redes.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2217"/>
                </a:solidFill>
              </a:defRPr>
            </a:pPr>
            <a:r>
              <a:t>Diferenciación e Identidad Propia QNNC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✦ Identidad Cromática Exclusiva: Se descartaron los colores de UVD y se aplicó la paleta oficial QNNC (Rojo #F42217 y Azul #052C92).</a:t>
            </a:r>
            <a:br/>
            <a:r>
              <a:t>✦ Enfoque Narrativo en Precedente Legal: Inclusión de la línea de tiempo del caso del Aeropuerto y la Ley 8457.</a:t>
            </a:r>
            <a:br/>
            <a:r>
              <a:t>✦ Cero Copia de Código: Desarrollo 100% nativo desde cero en Vanilla JS y CSS Grid.</a:t>
            </a:r>
            <a:br/>
            <a:r>
              <a:t>✦ Tipografía Oficial del Brand Book: Implementación de fuentes equivalentes a Tobi Greek y Leelawadee.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ESTRUCTURA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4. Nueva Arquitectura Web (9 Secciones Clave)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1. Top Announcement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Victoria cívica y enlace directo a la evidencia de la ley.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783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2. Header Inteligente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Logo institucional, menú de 8 anclas y botón directo de acción.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783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3. Hero de Impacto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Lema oficial, llamado a la acción, micro-estadísticas y retrato de Olga Izquierdo.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4. Quiénes Somos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Voz firme, antecedentes de representación ciudadana y pilares clave.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0040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337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5. Misión y Visión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Citas textuales de los documentos oficiales y píldoras estratégicas.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20040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337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6. Valores Institucionales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5 valores innegociables de QNNC con micro-interacciones hover.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7. Historia y Ley 8457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Timeline interactivo en fondo oscuro con fotos reales del Congreso.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75488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892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8. Qué Hacemos y Galería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4 líneas de acción y galería filtrable con visor Lightbox.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75488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4892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9. Identidad y Contacto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Desglose de marca, formulario seguro y enlaces a WhatsApp y redes.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SISTEMA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5. Identidad Visual y Brand Book de QNNC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Isotipo y Símbolo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Megáfono cívico fusionado con bocadillo de diálogo.</a:t>
            </a:r>
            <a:br/>
            <a:r>
              <a:t>• 3 puntos de expresión (debate abierto de ideas sin censura).</a:t>
            </a:r>
            <a:br/>
            <a:r>
              <a:t>• 2 barras de exclamación (alerta y firmeza cívica).</a:t>
            </a:r>
            <a:br/>
            <a:r>
              <a:t>• Lema: '¡depende de ti!'.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Paleta Oficial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🔴 Rojo Libertad (#F42217):</a:t>
            </a:r>
            <a:br/>
            <a:r>
              <a:t>Pasión y valentía cívica.</a:t>
            </a:r>
            <a:br/>
            <a:br/>
            <a:r>
              <a:t>🔵 Azul Institucional (#052C92):</a:t>
            </a:r>
            <a:br/>
            <a:r>
              <a:t>Seriedad, ley y orden moral.</a:t>
            </a:r>
            <a:br/>
            <a:br/>
            <a:r>
              <a:t>🔷 Azul Firmeza (#003FF9):</a:t>
            </a:r>
            <a:br/>
            <a:r>
              <a:t>Energía, modernidad y acción.</a:t>
            </a:r>
            <a:br/>
            <a:br/>
            <a:r>
              <a:t>🌐 Cyan Esperanza (#00D2F2):</a:t>
            </a:r>
            <a:br/>
            <a:r>
              <a:t>Juventud y visión de futuro.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Sistema Tipográfico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Tipografía Principal:</a:t>
            </a:r>
            <a:br/>
            <a:r>
              <a:t>Tobi Greek Cyrillic / Outfit</a:t>
            </a:r>
            <a:br/>
            <a:r>
              <a:t>(Estructura sólida, geométrica y con presencia para titulares).</a:t>
            </a:r>
            <a:br/>
            <a:br/>
            <a:r>
              <a:t>• Tipografía Secundaria:</a:t>
            </a:r>
            <a:br/>
            <a:r>
              <a:t>Leelawadee UI / Plus Jakarta Sans</a:t>
            </a:r>
            <a:br/>
            <a:r>
              <a:t>(Limpia, elegante, moderna y altamente legible en párrafos).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COMPOSICIÓN 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6. Diseño de la Portada Principal (Hero Section)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Composición y Jerarquía del Hero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1. Badge Superior con Punto Pulsante: 'Movimiento Ciudadano en Defensa de la Vida y la Familia'.</a:t>
            </a:r>
            <a:br/>
            <a:r>
              <a:t>2. Titular de Máximo Impacto: 'En una sociedad libre, las ideas se desafían con ideas, no con censura.'</a:t>
            </a:r>
            <a:br/>
            <a:r>
              <a:t>3. Bajada Explicativa: Quiénes somos, qué defendemos y por qué es relevante para el Perú.</a:t>
            </a:r>
            <a:br/>
            <a:r>
              <a:t>4. Doble Llamado a la Acción (CTA): 'Conoce Nuestra Historia' y 'Súmate a la Causa'.</a:t>
            </a:r>
            <a:br/>
            <a:r>
              <a:t>5. Barra de Métricas Cívicas: 2024 Fundación, 100% Defensa Jurídica Ganada, Ley 8457 Promulgada.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148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2217"/>
                </a:solidFill>
              </a:defRPr>
            </a:pPr>
            <a:r>
              <a:t>Fotografía y Tarjetas Flotantes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Retrato institucional de Olga Izquierdo en el Palacio Municipal de Lima con banderas peruanas.</a:t>
            </a:r>
            <a:br/>
            <a:r>
              <a:t>• Tarjeta Flotante Superior: 'Libertad de Expresión - Derecho Fundamental Protegido'.</a:t>
            </a:r>
            <a:br/>
            <a:r>
              <a:t>• Tarjeta Flotante Inferior: '¡Depende de ti! - Compromiso Ciudadano Activo'.</a:t>
            </a:r>
            <a:br/>
            <a:r>
              <a:t>• Micro-animación de flotación suave continua.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RESPONSIVIDAD Y ERGONOMÍA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7. Experiencia Móvil de Primera Clase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Navegación Táctil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Menú hamburguesa accesible con micro-animación de barras a cruz (X).</a:t>
            </a:r>
            <a:br/>
            <a:r>
              <a:t>• Menú lateral deslizante ('Drawer') con overlay oscuro de fondo.</a:t>
            </a:r>
            <a:br/>
            <a:r>
              <a:t>• Cierre automático al tocar cualquier enlace o presionar tecla ESC.</a:t>
            </a:r>
            <a:br/>
            <a:r>
              <a:t>• Bloqueo de desplazamiento corporal durante el menú abierto.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Diseño Adaptativo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Rejillas responsivas que pasan de 4/5 columnas a 1 o 2 columnas en teléfonos.</a:t>
            </a:r>
            <a:br/>
            <a:r>
              <a:t>• Tipografía fluida que mantiene la jerarquía visual sin desbordes.</a:t>
            </a:r>
            <a:br/>
            <a:r>
              <a:t>• Botones con área de contacto táctil mínima de 44x44px conforme a pautas WCAG.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Atajos Flotantes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Botón permanente de WhatsApp optimizado para pulgar derecho (+51 913 227 935).</a:t>
            </a:r>
            <a:br/>
            <a:r>
              <a:t>• Botón flotante 'Volver Arriba' que aparece tras scroll prolongado.</a:t>
            </a:r>
            <a:br/>
            <a:r>
              <a:t>• Formulario adaptado a teclado virtual móvil con tipos 'tel', 'email' y 'name'.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CAPACIDADES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8. Principales Funcionalidades del Sitio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• Scroll Reveal con IntersectionObserver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Aparición progresiva de tarjetas, textos e imágenes conforme el usuario navega, optimizado para no consumir batería ni memoria.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• Línea de Tiempo Interactiva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Estructura vertical iluminada con 3 hitos clave: Origen (2024), Defensa Jurídica (ADF) y Ley del Congreso (2025).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• Galería con Filtros y Lightbox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Clasificación en tiempo real de fotos (Congreso, Cumbres, Medios, Acción Social) y apertura a pantalla completa con navegación accesible.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004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337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• Formulario con Detección Anti-Spam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Validación instantánea en el cliente, campo honeypot invisible para bots y generación de ticket de confirmación cívica.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920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• Integración Multi-Canal Oficial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Enlaces automáticos con un clic a WhatsApp (+51 913 227 935), correo electrónico institucional y las 4 redes oficiales de QNNC.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920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• Soporte de Accesibilidad Completo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Botón de salto al contenido principal, navegación por teclado, contraste alto y respeto a 'prefers-reduced-motion'.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EXPERIENCIA DE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9. Mejoras Integrales de UX/UI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Claridad y Escaneabilidad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Eliminación de bloques largos e intimidantes de texto.</a:t>
            </a:r>
            <a:br/>
            <a:r>
              <a:t>• Conversión de datos en tarjetas modulares con iconos y titulares claros.</a:t>
            </a:r>
            <a:br/>
            <a:r>
              <a:t>• Resaltado visual en rojo de frases y conceptos institucionales clave.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Microinteracciones Vivas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Elevación y sombra dinámica al posar el cursor sobre tarjetas.</a:t>
            </a:r>
            <a:br/>
            <a:r>
              <a:t>• Efecto zoom suave en imágenes de la galería.</a:t>
            </a:r>
            <a:br/>
            <a:r>
              <a:t>• Transición en header al hacer scroll.</a:t>
            </a:r>
            <a:br/>
            <a:r>
              <a:t>• Pulsos visuales discretos que atraen la atención a llamados a la acción.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Confianza y Autoridad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Presencia destacada de carteles reales de ciudadanos en el Congreso.</a:t>
            </a:r>
            <a:br/>
            <a:r>
              <a:t>• Reconocimiento explícito de ADF International y del abogado Juan José Uchuya.</a:t>
            </a:r>
            <a:br/>
            <a:r>
              <a:t>• Footer institucional completo con aviso de transparencia.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10. Mejoras Técnicas y de Rendimiento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✔ Peso Total de Imágenes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Reducido de +35 MB a solo 2.1 MB en total para toda la web (reducción de más del 92%).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✔ Formato de Nueva Generación WebP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Conversión con algoritmos modernos que mantienen 100% de nitidez visual en pantallas retina.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✔ Carga Diferida (Lazy Loading)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Imágenes secundarias se descargan únicamente a medida que el usuario hace scroll hacia ellas.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004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337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✔ Zero Framework Overhead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Cero librerías pesadas como React, Vue o Tailwind. Código nativo que corre a máxima velocidad en cualquier navegador.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920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✔ Corrección de Orientación EXIF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Normalización de orientación en imágenes tomadas con móviles (ej. cabina de podcast corregida a vertical).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920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✔ Preparación para Backend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Estructura JS con payload JSON listo para ser consumido por Supabase, Zapier, Make o APIs REST.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INDEXABILIDAD Y NORMATIVA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11. SEO Técnico y Accesibilidad Universal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SEO Técnico de Nivel Superior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Título optimizado con palabras clave de alta relevancia cívica.</a:t>
            </a:r>
            <a:br/>
            <a:r>
              <a:t>• Meta descripción calibrada a 155 caracteres.</a:t>
            </a:r>
            <a:br/>
            <a:r>
              <a:t>• Open Graph y Twitter Cards con imagen de alta calidad para redes.</a:t>
            </a:r>
            <a:br/>
            <a:r>
              <a:t>• Datos estructurados JSON-LD Schema.org para posicionamiento institucional en Google.</a:t>
            </a:r>
            <a:br/>
            <a:r>
              <a:t>• Archivo robots.txt y mapa del sitio sitemap.xml generados.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2C92"/>
                </a:solidFill>
              </a:defRPr>
            </a:pPr>
            <a:r>
              <a:t>Accesibilidad (WCAG 2.1 AA)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Enlace invisible 'Saltar al contenido principal' para lectores de pantalla.</a:t>
            </a:r>
            <a:br/>
            <a:r>
              <a:t>• Ratio de contraste de color superior a 4.5:1 en todos los textos.</a:t>
            </a:r>
            <a:br/>
            <a:r>
              <a:t>• Foco visible y orden lógico de tabulación para navegación por teclado.</a:t>
            </a:r>
            <a:br/>
            <a:r>
              <a:t>• Atributos alt descriptivos en todas las imágenes de la plataforma.</a:t>
            </a:r>
            <a:br/>
            <a:r>
              <a:t>• Consulta multimedia 'prefers-reduced-motion' para personas con sensibilidad visual.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TRANSFORMACIÓN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12. Comparativa: Antes vs. Después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t>Antes (Insumos Crudos)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❌ Archivos Word con textos sin formato web.</a:t>
            </a:r>
            <a:br/>
            <a:r>
              <a:t>❌ Logotipo con fondo blanco no adaptable a modo oscuro.</a:t>
            </a:r>
            <a:br/>
            <a:r>
              <a:t>❌ Fotos dispersas y pesadísimas (+35 MB).</a:t>
            </a:r>
            <a:br/>
            <a:r>
              <a:t>❌ Sin canales de contacto interactivos ni formularios.</a:t>
            </a:r>
            <a:br/>
            <a:r>
              <a:t>❌ Sin presencia en buscadores ni redes estructuradas.</a:t>
            </a:r>
            <a:br/>
            <a:r>
              <a:t>❌ Sin adaptabilidad móvil ni pruebas de accesibilidad.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2217"/>
                </a:solidFill>
              </a:defRPr>
            </a:pPr>
            <a:r>
              <a:t>Después (Plataforma Web V1)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✅ Portal moderno de 9 secciones de impacto.</a:t>
            </a:r>
            <a:br/>
            <a:r>
              <a:t>✅ Logo oficial en múltiples formatos vectoriales y transparentes.</a:t>
            </a:r>
            <a:br/>
            <a:r>
              <a:t>✅ Galería multimedia interactiva y ultra rápida en WebP.</a:t>
            </a:r>
            <a:br/>
            <a:r>
              <a:t>✅ Formulario validado con ticket de registro y WhatsApp directo.</a:t>
            </a:r>
            <a:br/>
            <a:r>
              <a:t>✅ SEO completo con JSON-LD, sitemap y meta tags sociales.</a:t>
            </a:r>
            <a:br/>
            <a:r>
              <a:t>✅ 100% responsive, accesible (WCAG AA) y listo para desplegar.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F"/>
          </a:solidFill>
          <a:ln>
            <a:solidFill>
              <a:srgbClr val="090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2"/>
                </a:solidFill>
              </a:defRPr>
            </a:pPr>
            <a:r>
              <a:t>EVALUACIÓN DE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13. Conclusiones del Desarrollo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1A3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2F2"/>
                </a:solidFill>
              </a:defRPr>
            </a:pPr>
            <a:r>
              <a:t>1. Misión Cumplida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Se transformó con éxito el material disperso en una plataforma institucional de nivel internacional que refleja fielmente los principios cívicos de QNNC sin inventar datos.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1A3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2F2"/>
                </a:solidFill>
              </a:defRPr>
            </a:pPr>
            <a:r>
              <a:t>2. Identidad Propia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El sitio toma la inspiración visual de Una Voz Diferente pero expresa una personalidad única basada en el megáfono de QNNC y su paleta cromática oficial.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A3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2F2"/>
                </a:solidFill>
              </a:defRPr>
            </a:pPr>
            <a:r>
              <a:t>3. Autonomía Total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Código limpio, modular y sin costos de dependencias. La organización puede alojar y mantener la web en cualquier servidor o plataforma gratuita de hosting estático.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2217"/>
                </a:solidFill>
              </a:defRPr>
            </a:pPr>
            <a:r>
              <a:t>PLAN DE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2C92"/>
                </a:solidFill>
              </a:defRPr>
            </a:pPr>
            <a:r>
              <a:t>14. Próximos Pasos Recomendados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Fase 1: Configuración de Dominio y SSL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Adquirir o configurar el dominio oficial (ej. quenonoscallen.pe o .org) y activar certificado SSL gratuito en Cloudflare / Vercel.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Fase 2: Conexión de Base de Datos para Formulario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Vincular el formulario a una tabla en Supabase o un webhook a Google Sheets / correo para recepción inmediata de voluntarios.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Fase 3: Campaña de Lanzamiento en Redes Sociales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Presentar el nuevo sitio web a través de @quenonoscallenperu en Instagram, TikTok, Facebook y YouTube con un video institucional.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2C92"/>
                </a:solidFill>
              </a:defRPr>
            </a:pPr>
            <a:r>
              <a:t>Fase 4: Sección de Blog y Descarga de Documentos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Incorporar un repositorio con el PDF de la Ley promulgada y guías cívicas para padres de familia y líderes juveniles.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